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28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05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21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87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4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57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46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19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10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7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3E31E-4A1C-47E1-8C13-80112F799D59}" type="datetimeFigureOut">
              <a:rPr lang="ko-KR" altLang="en-US" smtClean="0"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9F9E1-33D2-4A89-8CC9-937BED632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75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852" y="295632"/>
            <a:ext cx="7785463" cy="629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0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" y="286922"/>
            <a:ext cx="7785463" cy="629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58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201800001001</dc:creator>
  <cp:lastModifiedBy>201800001001</cp:lastModifiedBy>
  <cp:revision>1</cp:revision>
  <dcterms:created xsi:type="dcterms:W3CDTF">2020-01-17T01:06:12Z</dcterms:created>
  <dcterms:modified xsi:type="dcterms:W3CDTF">2020-01-17T01:06:31Z</dcterms:modified>
</cp:coreProperties>
</file>